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Welcome to Our Presentation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This is the first slide with some content that should be extracted during import.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Second Slide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This slide contains different content that should also be extracted.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Final Slide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This is the last slide with final content for testing the parser.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2025-09-21T10:06:54Z</dcterms:created>
  <dcterms:modified xsi:type="dcterms:W3CDTF">2025-09-21T10:06:54Z</dcterms:modified>
</cp:coreProperties>
</file>